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61" r:id="rId3"/>
    <p:sldId id="262" r:id="rId4"/>
    <p:sldId id="257" r:id="rId5"/>
    <p:sldId id="271" r:id="rId6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  <a:srgbClr val="04ADB2"/>
    <a:srgbClr val="0A436A"/>
    <a:srgbClr val="03AEB2"/>
    <a:srgbClr val="097290"/>
    <a:srgbClr val="111459"/>
    <a:srgbClr val="03AFB3"/>
    <a:srgbClr val="00D1C7"/>
    <a:srgbClr val="01D9CC"/>
    <a:srgbClr val="02BA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94660"/>
  </p:normalViewPr>
  <p:slideViewPr>
    <p:cSldViewPr snapToGrid="0">
      <p:cViewPr>
        <p:scale>
          <a:sx n="100" d="100"/>
          <a:sy n="100" d="100"/>
        </p:scale>
        <p:origin x="97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2021/6/10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pc-ppt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37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06094" y="1556842"/>
            <a:ext cx="11685906" cy="707886"/>
          </a:xfrm>
          <a:prstGeom prst="rect">
            <a:avLst/>
          </a:prstGeom>
          <a:noFill/>
          <a:effectLst>
            <a:outerShdw dist="63500" dir="2400000" algn="tl" rotWithShape="0">
              <a:srgbClr val="01D9CC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4000" b="1" spc="600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第五届“神威杯”国产</a:t>
            </a:r>
            <a:r>
              <a:rPr kumimoji="1" lang="en-US" altLang="zh-CN" sz="4000" b="1" spc="600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CPU</a:t>
            </a:r>
            <a:r>
              <a:rPr kumimoji="1" lang="zh-CN" altLang="en-US" sz="4000" b="1" spc="600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并行应用挑战赛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971800" y="4451201"/>
            <a:ext cx="7528560" cy="461665"/>
          </a:xfrm>
          <a:prstGeom prst="rect">
            <a:avLst/>
          </a:prstGeom>
          <a:noFill/>
          <a:effectLst>
            <a:outerShdw dist="63500" dir="2700000" algn="tl" rotWithShape="0">
              <a:srgbClr val="00D1C7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kumimoji="1" lang="en-US" altLang="zh-CN" sz="2400" b="1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—</a:t>
            </a:r>
            <a:r>
              <a:rPr kumimoji="1" lang="zh-CN" altLang="en-US" sz="2400" b="1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 参赛单位：需填写       参赛队伍：需填写</a:t>
            </a:r>
            <a:r>
              <a:rPr kumimoji="1" lang="en-US" altLang="zh-CN" sz="2400" b="1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—</a:t>
            </a:r>
            <a:endParaRPr kumimoji="1" lang="zh-CN" altLang="en-US" sz="2400" b="1" dirty="0">
              <a:solidFill>
                <a:schemeClr val="bg1"/>
              </a:solidFill>
              <a:latin typeface="Microsoft YaHei" panose="020B0703020204020201" charset="-122"/>
              <a:ea typeface="Microsoft YaHei" panose="020B0703020204020201" charset="-122"/>
              <a:cs typeface="Microsoft YaHei" panose="020B0703020204020201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592DBC-341E-004A-98D8-EB775DF682C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21694" y="173233"/>
            <a:ext cx="892989" cy="8903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1E96764-2EEE-FB48-9274-409434C07661}"/>
              </a:ext>
            </a:extLst>
          </p:cNvPr>
          <p:cNvSpPr txBox="1"/>
          <p:nvPr/>
        </p:nvSpPr>
        <p:spPr>
          <a:xfrm>
            <a:off x="4769484" y="2929726"/>
            <a:ext cx="3597276" cy="707886"/>
          </a:xfrm>
          <a:prstGeom prst="rect">
            <a:avLst/>
          </a:prstGeom>
          <a:noFill/>
          <a:effectLst>
            <a:outerShdw dist="63500" dir="2400000" algn="tl" rotWithShape="0">
              <a:srgbClr val="01D9CC">
                <a:alpha val="96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4000" b="1" spc="600" dirty="0">
                <a:solidFill>
                  <a:schemeClr val="bg1"/>
                </a:solidFill>
                <a:latin typeface="Microsoft YaHei" panose="020B0703020204020201" charset="-122"/>
                <a:ea typeface="Microsoft YaHei" panose="020B0703020204020201" charset="-122"/>
                <a:cs typeface="Microsoft YaHei" panose="020B0703020204020201" charset="-122"/>
              </a:rPr>
              <a:t>初赛作品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pc-ppt2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47880" cy="68637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93047" y="295542"/>
            <a:ext cx="198276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Regular" panose="020B0200000000000000" charset="-122"/>
                <a:ea typeface="Source Han Sans CN Regular" panose="020B0200000000000000" charset="-122"/>
                <a:cs typeface="Aparajita" panose="020B0604020202020204" pitchFamily="34" charset="0"/>
              </a:rPr>
              <a:t>CONTENTS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5399" y="847839"/>
            <a:ext cx="125662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Heavy" panose="020B0200000000000000" charset="-122"/>
                <a:ea typeface="Source Han Sans CN Heavy" panose="020B0200000000000000" charset="-122"/>
              </a:rPr>
              <a:t>目录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427595" y="2228215"/>
            <a:ext cx="195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Heavy" panose="020B0200000000000000" charset="-122"/>
                <a:ea typeface="Source Han Sans CN Heavy" panose="020B0200000000000000" charset="-122"/>
              </a:rPr>
              <a:t>研究背景及目的</a:t>
            </a:r>
          </a:p>
        </p:txBody>
      </p:sp>
      <p:sp>
        <p:nvSpPr>
          <p:cNvPr id="18" name="圆角矩形 17"/>
          <p:cNvSpPr/>
          <p:nvPr/>
        </p:nvSpPr>
        <p:spPr>
          <a:xfrm>
            <a:off x="6744970" y="2200910"/>
            <a:ext cx="3308985" cy="414020"/>
          </a:xfrm>
          <a:prstGeom prst="roundRect">
            <a:avLst>
              <a:gd name="adj" fmla="val 7796"/>
            </a:avLst>
          </a:prstGeom>
          <a:noFill/>
          <a:ln>
            <a:solidFill>
              <a:schemeClr val="bg1"/>
            </a:solidFill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Adobe 黑体 Std R" panose="020B04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927215" y="2083435"/>
            <a:ext cx="400050" cy="400050"/>
          </a:xfrm>
          <a:prstGeom prst="rect">
            <a:avLst/>
          </a:prstGeom>
          <a:gradFill>
            <a:gsLst>
              <a:gs pos="0">
                <a:srgbClr val="03AFB3"/>
              </a:gs>
              <a:gs pos="100000">
                <a:srgbClr val="097290"/>
              </a:gs>
            </a:gsLst>
            <a:lin ang="5400000" scaled="0"/>
          </a:gradFill>
          <a:ln>
            <a:noFill/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atin typeface="Aparajita" panose="020B0604020202020204" pitchFamily="34" charset="0"/>
                <a:ea typeface="Adobe 黑体 Std R" panose="020B0400000000000000" pitchFamily="34" charset="-122"/>
                <a:cs typeface="Aparajita" panose="020B0604020202020204" pitchFamily="34" charset="0"/>
              </a:rPr>
              <a:t>01</a:t>
            </a:r>
            <a:endParaRPr lang="zh-CN" altLang="en-US" sz="2800" dirty="0">
              <a:latin typeface="Aparajita" panose="020B0604020202020204" pitchFamily="34" charset="0"/>
              <a:ea typeface="Adobe 黑体 Std R" panose="020B04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681085" y="2989580"/>
            <a:ext cx="1273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Heavy" panose="020B0200000000000000" charset="-122"/>
                <a:ea typeface="Source Han Sans CN Heavy" panose="020B0200000000000000" charset="-122"/>
                <a:sym typeface="+mn-ea"/>
              </a:rPr>
              <a:t>算法简介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Source Han Sans CN Heavy" panose="020B0200000000000000" charset="-122"/>
              <a:ea typeface="Source Han Sans CN Heavy" panose="020B0200000000000000" charset="-122"/>
            </a:endParaRPr>
          </a:p>
        </p:txBody>
      </p:sp>
      <p:sp>
        <p:nvSpPr>
          <p:cNvPr id="52" name="圆角矩形 51"/>
          <p:cNvSpPr/>
          <p:nvPr/>
        </p:nvSpPr>
        <p:spPr>
          <a:xfrm>
            <a:off x="7327265" y="2960370"/>
            <a:ext cx="3308985" cy="414020"/>
          </a:xfrm>
          <a:prstGeom prst="roundRect">
            <a:avLst>
              <a:gd name="adj" fmla="val 7796"/>
            </a:avLst>
          </a:prstGeom>
          <a:noFill/>
          <a:ln>
            <a:solidFill>
              <a:schemeClr val="bg1"/>
            </a:solidFill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Adobe 黑体 Std R" panose="020B0400000000000000" pitchFamily="34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0046335" y="2846070"/>
            <a:ext cx="400050" cy="399415"/>
          </a:xfrm>
          <a:prstGeom prst="rect">
            <a:avLst/>
          </a:prstGeom>
          <a:gradFill>
            <a:gsLst>
              <a:gs pos="0">
                <a:srgbClr val="03AFB3"/>
              </a:gs>
              <a:gs pos="100000">
                <a:srgbClr val="097290"/>
              </a:gs>
            </a:gsLst>
            <a:lin ang="5400000" scaled="0"/>
          </a:gradFill>
          <a:ln>
            <a:noFill/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atin typeface="Aparajita" panose="020B0604020202020204" pitchFamily="34" charset="0"/>
                <a:ea typeface="Adobe 黑体 Std R" panose="020B0400000000000000" pitchFamily="34" charset="-122"/>
                <a:cs typeface="Aparajita" panose="020B0604020202020204" pitchFamily="34" charset="0"/>
              </a:rPr>
              <a:t>02</a:t>
            </a:r>
            <a:endParaRPr lang="zh-CN" altLang="en-US" sz="2800" dirty="0">
              <a:latin typeface="Aparajita" panose="020B0604020202020204" pitchFamily="34" charset="0"/>
              <a:ea typeface="Adobe 黑体 Std R" panose="020B04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7427595" y="3743960"/>
            <a:ext cx="1693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Heavy" panose="020B0200000000000000" charset="-122"/>
                <a:ea typeface="Source Han Sans CN Heavy" panose="020B0200000000000000" charset="-122"/>
                <a:sym typeface="+mn-ea"/>
              </a:rPr>
              <a:t>我们的工作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Source Han Sans CN Heavy" panose="020B0200000000000000" charset="-122"/>
              <a:ea typeface="Source Han Sans CN Heavy" panose="020B0200000000000000" charset="-122"/>
            </a:endParaRPr>
          </a:p>
        </p:txBody>
      </p:sp>
      <p:sp>
        <p:nvSpPr>
          <p:cNvPr id="76" name="圆角矩形 75"/>
          <p:cNvSpPr/>
          <p:nvPr/>
        </p:nvSpPr>
        <p:spPr>
          <a:xfrm>
            <a:off x="6744970" y="3706495"/>
            <a:ext cx="3308985" cy="414655"/>
          </a:xfrm>
          <a:prstGeom prst="roundRect">
            <a:avLst>
              <a:gd name="adj" fmla="val 7796"/>
            </a:avLst>
          </a:prstGeom>
          <a:noFill/>
          <a:ln>
            <a:solidFill>
              <a:schemeClr val="bg1"/>
            </a:solidFill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Adobe 黑体 Std R" panose="020B0400000000000000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6927215" y="3592195"/>
            <a:ext cx="400050" cy="400050"/>
          </a:xfrm>
          <a:prstGeom prst="rect">
            <a:avLst/>
          </a:prstGeom>
          <a:gradFill>
            <a:gsLst>
              <a:gs pos="0">
                <a:srgbClr val="03AFB3"/>
              </a:gs>
              <a:gs pos="100000">
                <a:srgbClr val="097290"/>
              </a:gs>
            </a:gsLst>
            <a:lin ang="5400000" scaled="0"/>
          </a:gradFill>
          <a:ln>
            <a:noFill/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atin typeface="Aparajita" panose="020B0604020202020204" pitchFamily="34" charset="0"/>
                <a:ea typeface="Adobe 黑体 Std R" panose="020B0400000000000000" pitchFamily="34" charset="-122"/>
                <a:cs typeface="Aparajita" panose="020B0604020202020204" pitchFamily="34" charset="0"/>
              </a:rPr>
              <a:t>03</a:t>
            </a:r>
            <a:endParaRPr lang="zh-CN" altLang="en-US" sz="2800" dirty="0">
              <a:latin typeface="Aparajita" panose="020B0604020202020204" pitchFamily="34" charset="0"/>
              <a:ea typeface="Adobe 黑体 Std R" panose="020B0400000000000000" pitchFamily="34" charset="-122"/>
              <a:cs typeface="Aparajita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681085" y="4502150"/>
            <a:ext cx="1273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Heavy" panose="020B0200000000000000" charset="-122"/>
                <a:ea typeface="Source Han Sans CN Heavy" panose="020B0200000000000000" charset="-122"/>
                <a:sym typeface="+mn-ea"/>
              </a:rPr>
              <a:t>结论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Source Han Sans CN Heavy" panose="020B0200000000000000" charset="-122"/>
              <a:ea typeface="Source Han Sans CN Heavy" panose="020B0200000000000000" charset="-122"/>
            </a:endParaRPr>
          </a:p>
        </p:txBody>
      </p:sp>
      <p:sp>
        <p:nvSpPr>
          <p:cNvPr id="82" name="圆角矩形 81"/>
          <p:cNvSpPr/>
          <p:nvPr/>
        </p:nvSpPr>
        <p:spPr>
          <a:xfrm>
            <a:off x="7327265" y="4465955"/>
            <a:ext cx="3308985" cy="414020"/>
          </a:xfrm>
          <a:prstGeom prst="roundRect">
            <a:avLst>
              <a:gd name="adj" fmla="val 7796"/>
            </a:avLst>
          </a:prstGeom>
          <a:noFill/>
          <a:ln>
            <a:solidFill>
              <a:schemeClr val="bg1"/>
            </a:solidFill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Adobe 黑体 Std R" panose="020B0400000000000000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10046335" y="4351655"/>
            <a:ext cx="400050" cy="400050"/>
          </a:xfrm>
          <a:prstGeom prst="rect">
            <a:avLst/>
          </a:prstGeom>
          <a:gradFill>
            <a:gsLst>
              <a:gs pos="0">
                <a:srgbClr val="03AFB3"/>
              </a:gs>
              <a:gs pos="100000">
                <a:srgbClr val="097290"/>
              </a:gs>
            </a:gsLst>
            <a:lin ang="5400000" scaled="0"/>
          </a:gradFill>
          <a:ln>
            <a:noFill/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2800" dirty="0">
                <a:latin typeface="Aparajita" panose="020B0604020202020204" pitchFamily="34" charset="0"/>
                <a:ea typeface="Adobe 黑体 Std R" panose="020B0400000000000000" pitchFamily="34" charset="-122"/>
                <a:cs typeface="Aparajita" panose="020B0604020202020204" pitchFamily="34" charset="0"/>
              </a:rPr>
              <a:t>04</a:t>
            </a:r>
            <a:endParaRPr lang="zh-CN" altLang="en-US" sz="2800" dirty="0">
              <a:latin typeface="Aparajita" panose="020B0604020202020204" pitchFamily="34" charset="0"/>
              <a:ea typeface="Adobe 黑体 Std R" panose="020B0400000000000000" pitchFamily="34" charset="-122"/>
              <a:cs typeface="Aparajita" panose="020B0604020202020204" pitchFamily="34" charset="0"/>
            </a:endParaRPr>
          </a:p>
        </p:txBody>
      </p:sp>
      <p:grpSp>
        <p:nvGrpSpPr>
          <p:cNvPr id="97" name="组合 96"/>
          <p:cNvGrpSpPr/>
          <p:nvPr/>
        </p:nvGrpSpPr>
        <p:grpSpPr>
          <a:xfrm>
            <a:off x="617855" y="732790"/>
            <a:ext cx="11630025" cy="76200"/>
            <a:chOff x="4973269" y="1609541"/>
            <a:chExt cx="7218731" cy="69134"/>
          </a:xfrm>
          <a:solidFill>
            <a:schemeClr val="bg1"/>
          </a:solidFill>
        </p:grpSpPr>
        <p:cxnSp>
          <p:nvCxnSpPr>
            <p:cNvPr id="15" name="直接连接符 14"/>
            <p:cNvCxnSpPr/>
            <p:nvPr/>
          </p:nvCxnSpPr>
          <p:spPr>
            <a:xfrm>
              <a:off x="4973269" y="1644108"/>
              <a:ext cx="7218731" cy="0"/>
            </a:xfrm>
            <a:prstGeom prst="line">
              <a:avLst/>
            </a:prstGeom>
            <a:grpFill/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矩形 95"/>
            <p:cNvSpPr/>
            <p:nvPr/>
          </p:nvSpPr>
          <p:spPr>
            <a:xfrm>
              <a:off x="4978265" y="1609541"/>
              <a:ext cx="932856" cy="69134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Adobe 黑体 Std R" panose="020B04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pc-ppt2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715"/>
          </a:xfrm>
          <a:prstGeom prst="rect">
            <a:avLst/>
          </a:prstGeom>
        </p:spPr>
      </p:pic>
      <p:sp>
        <p:nvSpPr>
          <p:cNvPr id="3" name="TextBox 30"/>
          <p:cNvSpPr txBox="1"/>
          <p:nvPr/>
        </p:nvSpPr>
        <p:spPr>
          <a:xfrm>
            <a:off x="-635" y="2658745"/>
            <a:ext cx="121926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600"/>
            <a:r>
              <a:rPr lang="en-US" altLang="zh-CN" sz="9600" b="1" dirty="0">
                <a:solidFill>
                  <a:schemeClr val="bg1">
                    <a:lumMod val="65000"/>
                    <a:alpha val="20000"/>
                  </a:schemeClr>
                </a:solidFill>
                <a:latin typeface="Aparajita" panose="020B0604020202020204" pitchFamily="34" charset="0"/>
                <a:ea typeface="微软雅黑 Light" panose="020B0703020204020201" pitchFamily="34" charset="-122"/>
                <a:cs typeface="Aparajita" panose="020B0604020202020204" pitchFamily="34" charset="0"/>
              </a:rPr>
              <a:t>PART ONE</a:t>
            </a:r>
            <a:endParaRPr lang="zh-CN" altLang="en-US" sz="9600" b="1" dirty="0">
              <a:solidFill>
                <a:schemeClr val="bg1">
                  <a:lumMod val="65000"/>
                  <a:alpha val="20000"/>
                </a:schemeClr>
              </a:solidFill>
              <a:latin typeface="Aparajita" panose="020B0604020202020204" pitchFamily="34" charset="0"/>
              <a:ea typeface="微软雅黑 Light" panose="020B0703020204020201" pitchFamily="34" charset="-122"/>
              <a:cs typeface="Aparajita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2967355"/>
            <a:ext cx="12192000" cy="1050925"/>
          </a:xfrm>
          <a:prstGeom prst="rect">
            <a:avLst/>
          </a:prstGeom>
          <a:noFill/>
          <a:scene3d>
            <a:camera prst="perspectiveRight"/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800" b="1" dirty="0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</a:rPr>
              <a:t>二级标题</a:t>
            </a:r>
          </a:p>
        </p:txBody>
      </p:sp>
      <p:sp>
        <p:nvSpPr>
          <p:cNvPr id="10" name="矩形 9"/>
          <p:cNvSpPr/>
          <p:nvPr/>
        </p:nvSpPr>
        <p:spPr>
          <a:xfrm>
            <a:off x="5642610" y="4196080"/>
            <a:ext cx="1088390" cy="76200"/>
          </a:xfrm>
          <a:prstGeom prst="rect">
            <a:avLst/>
          </a:prstGeom>
          <a:solidFill>
            <a:srgbClr val="04ADB2"/>
          </a:solidFill>
          <a:ln>
            <a:noFill/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Adobe 黑体 Std R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 rot="2700000">
            <a:off x="5765800" y="1647190"/>
            <a:ext cx="838200" cy="837565"/>
          </a:xfrm>
          <a:prstGeom prst="roundRect">
            <a:avLst>
              <a:gd name="adj" fmla="val 4861"/>
            </a:avLst>
          </a:prstGeom>
          <a:solidFill>
            <a:srgbClr val="04AD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ea typeface="Adobe 黑体 Std R" panose="020B0400000000000000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05805" y="1677670"/>
            <a:ext cx="761365" cy="923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Aparajita" panose="020B0604020202020204" pitchFamily="34" charset="0"/>
                <a:ea typeface="Adobe 黑体 Std R" panose="020B0400000000000000" pitchFamily="34" charset="-122"/>
                <a:cs typeface="Aparajita" panose="020B0604020202020204" pitchFamily="34" charset="0"/>
              </a:rPr>
              <a:t>01</a:t>
            </a:r>
            <a:endParaRPr lang="zh-CN" altLang="en-US" sz="5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30000"/>
                  </a:srgbClr>
                </a:outerShdw>
              </a:effectLst>
              <a:latin typeface="Aparajita" panose="020B0604020202020204" pitchFamily="34" charset="0"/>
              <a:ea typeface="Adobe 黑体 Std R" panose="020B0400000000000000" pitchFamily="34" charset="-122"/>
              <a:cs typeface="Aparajita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159287" y="3514272"/>
            <a:ext cx="2108737" cy="0"/>
          </a:xfrm>
          <a:prstGeom prst="line">
            <a:avLst/>
          </a:prstGeom>
          <a:ln w="19050">
            <a:gradFill>
              <a:gsLst>
                <a:gs pos="0">
                  <a:srgbClr val="02BABA">
                    <a:alpha val="0"/>
                  </a:srgbClr>
                </a:gs>
                <a:gs pos="100000">
                  <a:srgbClr val="04ADB2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8021765" y="3514272"/>
            <a:ext cx="2108737" cy="0"/>
          </a:xfrm>
          <a:prstGeom prst="line">
            <a:avLst/>
          </a:prstGeom>
          <a:ln w="19050">
            <a:gradFill>
              <a:gsLst>
                <a:gs pos="15000">
                  <a:srgbClr val="21273E">
                    <a:alpha val="0"/>
                  </a:srgbClr>
                </a:gs>
                <a:gs pos="100000">
                  <a:srgbClr val="04ADB2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pc-ppt3_画板 1 副本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635" cy="68681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4350" y="504190"/>
            <a:ext cx="50018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404040"/>
                </a:solidFill>
                <a:effectLst>
                  <a:outerShdw blurRad="38100" dist="38100" dir="2700000" algn="tl">
                    <a:srgbClr val="000000">
                      <a:alpha val="30000"/>
                    </a:srgbClr>
                  </a:outerShdw>
                </a:effectLst>
                <a:latin typeface="Source Han Sans CN Heavy" panose="020B0200000000000000" charset="-122"/>
                <a:ea typeface="Source Han Sans CN Heavy" panose="020B0200000000000000" charset="-122"/>
              </a:rPr>
              <a:t>三级标题</a:t>
            </a:r>
          </a:p>
        </p:txBody>
      </p:sp>
      <p:grpSp>
        <p:nvGrpSpPr>
          <p:cNvPr id="97" name="组合 96"/>
          <p:cNvGrpSpPr/>
          <p:nvPr/>
        </p:nvGrpSpPr>
        <p:grpSpPr>
          <a:xfrm>
            <a:off x="624205" y="377190"/>
            <a:ext cx="11630025" cy="76200"/>
            <a:chOff x="4973269" y="1609541"/>
            <a:chExt cx="7218731" cy="69134"/>
          </a:xfrm>
          <a:solidFill>
            <a:schemeClr val="bg1"/>
          </a:solidFill>
        </p:grpSpPr>
        <p:cxnSp>
          <p:nvCxnSpPr>
            <p:cNvPr id="15" name="直接连接符 14"/>
            <p:cNvCxnSpPr/>
            <p:nvPr/>
          </p:nvCxnSpPr>
          <p:spPr>
            <a:xfrm>
              <a:off x="4973269" y="1644108"/>
              <a:ext cx="7218731" cy="0"/>
            </a:xfrm>
            <a:prstGeom prst="line">
              <a:avLst/>
            </a:prstGeom>
            <a:grpFill/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矩形 95"/>
            <p:cNvSpPr/>
            <p:nvPr/>
          </p:nvSpPr>
          <p:spPr>
            <a:xfrm>
              <a:off x="4978393" y="1609541"/>
              <a:ext cx="987722" cy="69134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Adobe 黑体 Std R" panose="020B0400000000000000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pc-ppt2_画板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715"/>
          </a:xfrm>
          <a:prstGeom prst="rect">
            <a:avLst/>
          </a:prstGeom>
        </p:spPr>
      </p:pic>
      <p:sp>
        <p:nvSpPr>
          <p:cNvPr id="3" name="TextBox 30"/>
          <p:cNvSpPr txBox="1"/>
          <p:nvPr/>
        </p:nvSpPr>
        <p:spPr>
          <a:xfrm>
            <a:off x="-635" y="2506345"/>
            <a:ext cx="1219263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600"/>
            <a:r>
              <a:rPr lang="en-US" altLang="zh-CN" sz="9600" b="1" dirty="0">
                <a:solidFill>
                  <a:schemeClr val="bg1">
                    <a:lumMod val="65000"/>
                    <a:alpha val="20000"/>
                  </a:schemeClr>
                </a:solidFill>
                <a:latin typeface="Aparajita" panose="020B0604020202020204" pitchFamily="34" charset="0"/>
                <a:ea typeface="微软雅黑 Light" panose="020B0703020204020201" pitchFamily="34" charset="-122"/>
                <a:cs typeface="Aparajita" panose="020B0604020202020204" pitchFamily="34" charset="0"/>
              </a:rPr>
              <a:t>THANK YOU</a:t>
            </a:r>
            <a:endParaRPr lang="zh-CN" altLang="en-US" sz="9600" b="1" dirty="0">
              <a:solidFill>
                <a:schemeClr val="bg1">
                  <a:lumMod val="65000"/>
                  <a:alpha val="20000"/>
                </a:schemeClr>
              </a:solidFill>
              <a:latin typeface="Aparajita" panose="020B0604020202020204" pitchFamily="34" charset="0"/>
              <a:ea typeface="微软雅黑 Light" panose="020B0703020204020201" pitchFamily="34" charset="-122"/>
              <a:cs typeface="Aparajita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2814955"/>
            <a:ext cx="12192000" cy="814518"/>
          </a:xfrm>
          <a:prstGeom prst="rect">
            <a:avLst/>
          </a:prstGeom>
          <a:noFill/>
          <a:scene3d>
            <a:camera prst="perspectiveRight"/>
            <a:lightRig rig="threePt" dir="t"/>
          </a:scene3d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703020204020201" charset="-122"/>
                <a:ea typeface="微软雅黑" panose="020B0703020204020201" charset="-122"/>
              </a:rPr>
              <a:t>感谢聆听，请您指正！</a:t>
            </a:r>
          </a:p>
        </p:txBody>
      </p:sp>
      <p:sp>
        <p:nvSpPr>
          <p:cNvPr id="10" name="矩形 9"/>
          <p:cNvSpPr/>
          <p:nvPr/>
        </p:nvSpPr>
        <p:spPr>
          <a:xfrm>
            <a:off x="5642610" y="4043680"/>
            <a:ext cx="1088390" cy="76200"/>
          </a:xfrm>
          <a:prstGeom prst="rect">
            <a:avLst/>
          </a:prstGeom>
          <a:solidFill>
            <a:srgbClr val="04ADB2"/>
          </a:solidFill>
          <a:ln>
            <a:noFill/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Adobe 黑体 Std R" panose="020B0400000000000000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1370617" y="3259002"/>
            <a:ext cx="2108737" cy="0"/>
          </a:xfrm>
          <a:prstGeom prst="line">
            <a:avLst/>
          </a:prstGeom>
          <a:ln w="19050">
            <a:gradFill>
              <a:gsLst>
                <a:gs pos="0">
                  <a:srgbClr val="02BABA">
                    <a:alpha val="0"/>
                  </a:srgbClr>
                </a:gs>
                <a:gs pos="100000">
                  <a:srgbClr val="04ADB2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H="1">
            <a:off x="8227505" y="3259002"/>
            <a:ext cx="2108737" cy="0"/>
          </a:xfrm>
          <a:prstGeom prst="line">
            <a:avLst/>
          </a:prstGeom>
          <a:ln w="19050">
            <a:gradFill>
              <a:gsLst>
                <a:gs pos="15000">
                  <a:srgbClr val="21273E">
                    <a:alpha val="0"/>
                  </a:srgbClr>
                </a:gs>
                <a:gs pos="100000">
                  <a:srgbClr val="04ADB2"/>
                </a:gs>
              </a:gsLst>
              <a:lin ang="0" scaled="0"/>
            </a:gra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57</Words>
  <Application>Microsoft Macintosh PowerPoint</Application>
  <PresentationFormat>宽屏</PresentationFormat>
  <Paragraphs>19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微软雅黑</vt:lpstr>
      <vt:lpstr>微软雅黑</vt:lpstr>
      <vt:lpstr>Source Han Sans CN Heavy</vt:lpstr>
      <vt:lpstr>Source Han Sans CN Regular</vt:lpstr>
      <vt:lpstr>Aparajita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wbl</dc:creator>
  <cp:lastModifiedBy>Microsoft Office User</cp:lastModifiedBy>
  <cp:revision>8</cp:revision>
  <dcterms:created xsi:type="dcterms:W3CDTF">2021-03-31T08:24:50Z</dcterms:created>
  <dcterms:modified xsi:type="dcterms:W3CDTF">2021-06-10T03:33:28Z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2052-3.3.1.5149</vt:lpwstr>
  </property>
</Properties>
</file>
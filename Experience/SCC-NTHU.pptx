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0" r:id="rId1"/>
  </p:sldMasterIdLst>
  <p:notesMasterIdLst>
    <p:notesMasterId r:id="rId14"/>
  </p:notesMasterIdLst>
  <p:sldIdLst>
    <p:sldId id="256" r:id="rId2"/>
    <p:sldId id="260" r:id="rId3"/>
    <p:sldId id="306" r:id="rId4"/>
    <p:sldId id="307" r:id="rId5"/>
    <p:sldId id="308" r:id="rId6"/>
    <p:sldId id="310" r:id="rId7"/>
    <p:sldId id="311" r:id="rId8"/>
    <p:sldId id="313" r:id="rId9"/>
    <p:sldId id="314" r:id="rId10"/>
    <p:sldId id="317" r:id="rId11"/>
    <p:sldId id="316" r:id="rId12"/>
    <p:sldId id="31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9" autoAdjust="0"/>
    <p:restoredTop sz="94094" autoAdjust="0"/>
  </p:normalViewPr>
  <p:slideViewPr>
    <p:cSldViewPr snapToGrid="0" snapToObjects="1">
      <p:cViewPr>
        <p:scale>
          <a:sx n="50" d="100"/>
          <a:sy n="50" d="100"/>
        </p:scale>
        <p:origin x="-768" y="-3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1BD69-16B3-504D-801E-A51A714EA3E4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EB2CE-E085-5E42-9CCD-8DA7B9FFA3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976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19B3-BC6D-4E56-93BC-B9B0EF1523FC}" type="datetime1">
              <a:rPr lang="en-US" smtClean="0"/>
              <a:pPr/>
              <a:t>12/15/2010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301A2-9537-4F11-903A-9D7FEDBB449A}" type="datetime1">
              <a:rPr lang="en-US" smtClean="0"/>
              <a:pPr/>
              <a:t>12/15/2010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F6A7A51-DB5D-B848-BABE-246D9419C200}" type="datetimeFigureOut">
              <a:rPr lang="en-US" smtClean="0"/>
              <a:pPr/>
              <a:t>12/15/2010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48FF016A-178C-1B40-9B93-5C53B6371C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82295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SC10 Student Cluster Competition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60816"/>
            <a:ext cx="6400800" cy="1752600"/>
          </a:xfrm>
        </p:spPr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Yeh-Ching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Chung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National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Tsing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University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Taiwan, ROC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8280"/>
            <a:ext cx="8229600" cy="46863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HPC Education in Taiwan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HPC Education in Taiwan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14475"/>
            <a:ext cx="8229600" cy="4752975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National Center for High-Performance Computing (NCHC) is the only HPC center and research institute in Taiwan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NCHC provides many HPC 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the public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HPC related courses offered in the universities are for graduate students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Overall, HPC related courses are difficult for undergraduate students to learn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(1)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14475"/>
            <a:ext cx="8229600" cy="48253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 important rules make SCC unique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Undergraduate students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26-amp power limitation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HPCC benchmarks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HPC applications (this year)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NAMD 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WRF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FLASH</a:t>
            </a:r>
            <a:r>
              <a:rPr lang="en-US" b="1" dirty="0" smtClean="0"/>
              <a:t> 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Distributed Password Auditing/Cracking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(2)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70" y="1514475"/>
            <a:ext cx="8229600" cy="475297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 recruiting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my department, undergraduate students are required to take 1-year hands on lab course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course starts in Spring semester and ends in Fall semester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 a demo show for undergraduate students to present their results at the end of each year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easier to recruit students to take part in SCC during or after the demo show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(3)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09078"/>
            <a:ext cx="8229600" cy="5089841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Team member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Advisor : Professor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Yeh-Ching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Chung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Coaches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Xuan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-Yi Lin (PhD candidate)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Chung-Yu Huang (master student)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Yu-Ming Huang (master)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Team members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Yu-Cheng Chen (senior, captain)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Yi-Man Ma (senior)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Yi-Chun Chen (senior)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Yu-Chun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Hsueh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(senior)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Cheng-Wei Huang (Senior)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Meng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-Kai Liao (junior)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(4)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09078"/>
            <a:ext cx="8229600" cy="508984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Skill trained and task assignment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Parallel programming (MPI,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Pthread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System software (Linux, PVFS, IB, Cluster management, etc.)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HPCC (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Meng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-Kai Liao)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NAMD (Yi-Man Ma, Yi-Chun Chen)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WRF (Yi-Chun Chen, Yu-Chun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Hsueh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FLASH (Yu-Chun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Hsueh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Yi-Man Ma)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Distributed Password Auditing/Cracking (Yu-Cheng Chen, Cheng-Wei Huang)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(5)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09078"/>
            <a:ext cx="8229600" cy="437356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Vendor partners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Acer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Cluster sponsor 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Travel expenses  sponsor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Tatung and NCHC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Travel expenses  sponsors</a:t>
            </a:r>
          </a:p>
          <a:p>
            <a:pPr lvl="2" algn="just">
              <a:buFont typeface="Wingdings" pitchFamily="2" charset="2"/>
              <a:buChar char="Ø"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Prepare for SCC (6)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09079"/>
            <a:ext cx="8229600" cy="4632641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Hardware configuration</a:t>
            </a:r>
          </a:p>
          <a:p>
            <a:pPr lvl="1" algn="just">
              <a:buFont typeface="Wingdings" pitchFamily="2" charset="2"/>
              <a:buChar char="Ø"/>
            </a:pP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8 Acer AR360 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servers</a:t>
            </a:r>
          </a:p>
          <a:p>
            <a:pPr lvl="2" algn="just">
              <a:buFont typeface="Wingdings" pitchFamily="2" charset="2"/>
              <a:buChar char="Ø"/>
            </a:pP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Each Acer AR360 Server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	</a:t>
            </a:r>
            <a:endParaRPr kumimoji="1" lang="en-US" altLang="zh-TW" dirty="0" smtClean="0"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lvl="3">
              <a:buFont typeface="Wingdings" pitchFamily="2" charset="2"/>
              <a:buChar char="Ø"/>
            </a:pP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CPU: 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2 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Intel Xeon 5670 @ 2.93 GHz	</a:t>
            </a:r>
          </a:p>
          <a:p>
            <a:pPr lvl="3">
              <a:buFont typeface="Wingdings" pitchFamily="2" charset="2"/>
              <a:buChar char="Ø"/>
            </a:pP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Memory: 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24 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GB</a:t>
            </a:r>
          </a:p>
          <a:p>
            <a:pPr lvl="1">
              <a:buFont typeface="Wingdings" pitchFamily="2" charset="2"/>
              <a:buChar char="Ø"/>
            </a:pP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Storage: 4.8TB</a:t>
            </a:r>
            <a:endParaRPr kumimoji="1" lang="en-US" altLang="zh-TW" dirty="0" smtClean="0"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Interconnection networks</a:t>
            </a:r>
          </a:p>
          <a:p>
            <a:pPr lvl="2">
              <a:buFont typeface="Wingdings" pitchFamily="2" charset="2"/>
              <a:buChar char="Ø"/>
            </a:pP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1 </a:t>
            </a:r>
            <a:r>
              <a:rPr kumimoji="1" lang="en-US" altLang="zh-TW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QLogic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InfiniBand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Edge Switch 12300-BS18</a:t>
            </a:r>
            <a:endParaRPr kumimoji="1" lang="en-US" altLang="zh-TW" dirty="0" smtClean="0"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lvl="2">
              <a:buFont typeface="Wingdings" pitchFamily="2" charset="2"/>
              <a:buChar char="Ø"/>
            </a:pP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8 </a:t>
            </a:r>
            <a:r>
              <a:rPr kumimoji="1" lang="en-US" altLang="zh-TW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Qlogic</a:t>
            </a:r>
            <a:r>
              <a:rPr kumimoji="1" lang="en-US" altLang="zh-TW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40 </a:t>
            </a:r>
            <a:r>
              <a:rPr kumimoji="1" lang="en-US" altLang="zh-TW" dirty="0" err="1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Gb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/s </a:t>
            </a:r>
            <a:r>
              <a:rPr kumimoji="1" lang="en-US" altLang="zh-TW" dirty="0" err="1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InfiniBand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PCI-E cards</a:t>
            </a:r>
          </a:p>
          <a:p>
            <a:pPr lvl="2">
              <a:buFont typeface="Wingdings" pitchFamily="2" charset="2"/>
              <a:buChar char="Ø"/>
            </a:pP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1 Broadcom </a:t>
            </a:r>
            <a:r>
              <a:rPr kumimoji="1" lang="en-US" altLang="zh-TW" dirty="0" err="1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Coporation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</a:t>
            </a:r>
            <a:r>
              <a:rPr kumimoji="1" lang="en-US" altLang="zh-TW" dirty="0" err="1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NetXtreme</a:t>
            </a:r>
            <a:r>
              <a:rPr kumimoji="1" lang="en-US" altLang="zh-TW" dirty="0" smtClean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 II BCM5708S Gigabit Ethernet</a:t>
            </a:r>
          </a:p>
          <a:p>
            <a:pPr lvl="1"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825" name="Rectangle 1"/>
          <p:cNvSpPr>
            <a:spLocks noChangeArrowheads="1"/>
          </p:cNvSpPr>
          <p:nvPr/>
        </p:nvSpPr>
        <p:spPr bwMode="auto">
          <a:xfrm>
            <a:off x="5669280" y="4549675"/>
            <a:ext cx="736092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Performance of HPCC Benchmarks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825" name="Rectangle 1"/>
          <p:cNvSpPr>
            <a:spLocks noChangeArrowheads="1"/>
          </p:cNvSpPr>
          <p:nvPr/>
        </p:nvSpPr>
        <p:spPr bwMode="auto">
          <a:xfrm>
            <a:off x="5669280" y="4549675"/>
            <a:ext cx="736092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57200" y="1290320"/>
          <a:ext cx="8229600" cy="4988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54284"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InfiniBand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Gb</a:t>
                      </a: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Ethernet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Linpack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994 GFLOPS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872 GFLOPS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MPI-</a:t>
                      </a:r>
                      <a:r>
                        <a:rPr lang="en-US" altLang="zh-TW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RandomAccess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5.89x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MPI-FFT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7.68x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PTRANS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16.74x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EP-</a:t>
                      </a:r>
                      <a:r>
                        <a:rPr lang="en-US" altLang="zh-TW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RandomAccess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EP-FFT 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EP-DGEMM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5542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EP-STREAM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n-US" altLang="zh-TW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1x</a:t>
                      </a:r>
                      <a:endParaRPr lang="zh-TW" alt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SC10 NTHU-Score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825" name="Rectangle 1"/>
          <p:cNvSpPr>
            <a:spLocks noChangeArrowheads="1"/>
          </p:cNvSpPr>
          <p:nvPr/>
        </p:nvSpPr>
        <p:spPr bwMode="auto">
          <a:xfrm>
            <a:off x="5669280" y="4549675"/>
            <a:ext cx="736092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</p:txBody>
      </p:sp>
      <p:pic>
        <p:nvPicPr>
          <p:cNvPr id="6" name="圖片 5" descr="SCC10_NTHU_Sc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65771" y="2034464"/>
            <a:ext cx="5259686" cy="3928532"/>
          </a:xfrm>
          <a:prstGeom prst="rect">
            <a:avLst/>
          </a:prstGeom>
        </p:spPr>
      </p:pic>
      <p:pic>
        <p:nvPicPr>
          <p:cNvPr id="7" name="Picture 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67525" y="1417638"/>
            <a:ext cx="2084070" cy="2083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644" y="1417638"/>
            <a:ext cx="2276475" cy="2083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509079"/>
            <a:ext cx="8229600" cy="463264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SCC is difficult for undergraduate students to prepare for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No HPC background at all since no HPC related courses offered at undergraduate level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training period is long (almost a year)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Students need to find extra time to learn HPC related skills</a:t>
            </a:r>
          </a:p>
          <a:p>
            <a:pPr algn="just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Experiences of SCC can help the preparation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Vendor partners are important for a SCC team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825" name="Rectangle 1"/>
          <p:cNvSpPr>
            <a:spLocks noChangeArrowheads="1"/>
          </p:cNvSpPr>
          <p:nvPr/>
        </p:nvSpPr>
        <p:spPr bwMode="auto">
          <a:xfrm>
            <a:off x="5669280" y="4549675"/>
            <a:ext cx="736092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029200" algn="l"/>
              </a:tabLst>
            </a:pPr>
            <a:endParaRPr kumimoji="1" lang="en-US" altLang="zh-TW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an">
  <a:themeElements>
    <a:clrScheme name="Fan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Trek">
      <a:majorFont>
        <a:latin typeface="Franklin Gothic Medium"/>
        <a:ea typeface=""/>
        <a:cs typeface=""/>
        <a:font script="Jpan" typeface="ヒラギノ角ゴ Pro W6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ＭＳ Ｐゴシック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Fan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064AB588DD8144CAF568987FB4DD75C" ma:contentTypeVersion="2" ma:contentTypeDescription="新建文档。" ma:contentTypeScope="" ma:versionID="1da73458a3260d9263201094a47da523">
  <xsd:schema xmlns:xsd="http://www.w3.org/2001/XMLSchema" xmlns:xs="http://www.w3.org/2001/XMLSchema" xmlns:p="http://schemas.microsoft.com/office/2006/metadata/properties" xmlns:ns2="8466f8c7-ecaa-4d7a-b7fe-5bc0217522ef" targetNamespace="http://schemas.microsoft.com/office/2006/metadata/properties" ma:root="true" ma:fieldsID="e8c972dcb2c78f4288e713d137d49a8a" ns2:_="">
    <xsd:import namespace="8466f8c7-ecaa-4d7a-b7fe-5bc0217522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66f8c7-ecaa-4d7a-b7fe-5bc021752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3B2C8B-55D3-463C-B693-13B3EC3DF631}"/>
</file>

<file path=customXml/itemProps2.xml><?xml version="1.0" encoding="utf-8"?>
<ds:datastoreItem xmlns:ds="http://schemas.openxmlformats.org/officeDocument/2006/customXml" ds:itemID="{062F314D-E094-47AF-806A-78925FAC719A}"/>
</file>

<file path=customXml/itemProps3.xml><?xml version="1.0" encoding="utf-8"?>
<ds:datastoreItem xmlns:ds="http://schemas.openxmlformats.org/officeDocument/2006/customXml" ds:itemID="{F1E5CF96-FD76-42A6-86B9-89228B231E3C}"/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3682</TotalTime>
  <Words>443</Words>
  <Application>Microsoft Office PowerPoint</Application>
  <PresentationFormat>如螢幕大小 (4:3)</PresentationFormat>
  <Paragraphs>105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Fan</vt:lpstr>
      <vt:lpstr>SC10 Student Cluster Competition</vt:lpstr>
      <vt:lpstr>Outline</vt:lpstr>
      <vt:lpstr>HPC Education in Taiwan</vt:lpstr>
      <vt:lpstr>Prepare for SCC (1)</vt:lpstr>
      <vt:lpstr>Prepare for SCC (2)</vt:lpstr>
      <vt:lpstr>Prepare for SCC (3)</vt:lpstr>
      <vt:lpstr>Prepare for SCC (4)</vt:lpstr>
      <vt:lpstr>Prepare for SCC (5)</vt:lpstr>
      <vt:lpstr>Prepare for SCC (6)</vt:lpstr>
      <vt:lpstr>Performance of HPCC Benchmarks</vt:lpstr>
      <vt:lpstr>SC10 NTHU-Score</vt:lpstr>
      <vt:lpstr>Conclusions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</dc:title>
  <dc:creator>Jiazheng</dc:creator>
  <cp:lastModifiedBy>Yeh-Ching Chung</cp:lastModifiedBy>
  <cp:revision>223</cp:revision>
  <dcterms:created xsi:type="dcterms:W3CDTF">2010-09-26T01:09:56Z</dcterms:created>
  <dcterms:modified xsi:type="dcterms:W3CDTF">2010-12-15T02:16:45Z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0x0101001064AB588DD8144CAF568987FB4DD75C</vt:lpwstr>
  </property>
</Properties>
</file>